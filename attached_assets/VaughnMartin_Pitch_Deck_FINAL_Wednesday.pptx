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45 SEC | PAIN + THESIS</a:t>
            </a:r>
          </a:p>
          <a:p>
            <a:r>
              <a:t>"When a strategic trigger fires in your organization today — who calls who? Where's the brief? Who owns it? Who authorizes?"</a:t>
            </a:r>
          </a:p>
          <a:p>
            <a:r>
              <a:t>"Most Fortune 1000s spend 30 days figuring that out. While the window closes. The regulator moves. The competitor acts."</a:t>
            </a:r>
          </a:p>
          <a:p>
            <a:r>
              <a:t>[Point RIGHT] "This is Readiness OS. What you're looking at is a live Command Tower — 221 triggers armed, 20 active detections."</a:t>
            </a:r>
          </a:p>
          <a:p>
            <a:r>
              <a:t>[Point LEFT] "The old model. We replace it."</a:t>
            </a:r>
          </a:p>
          <a:p>
            <a:r>
              <a:t>Pause. Let the visual contrast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45 SEC CONTINUED</a:t>
            </a:r>
          </a:p>
          <a:p>
            <a:r>
              <a:t>Walk the three bullets.</a:t>
            </a:r>
          </a:p>
          <a:p>
            <a:r>
              <a:t>"These three failures are sequential — and they compound. You cannot fix the third without solving the first."</a:t>
            </a:r>
          </a:p>
          <a:p>
            <a:r>
              <a:t>"Trigger noticed too late. Authority unclear. Coordination starts after the window closes."</a:t>
            </a:r>
          </a:p>
          <a:p>
            <a:r>
              <a:t>"The cost is not effort. The cost is sequence. We change the sequence."</a:t>
            </a:r>
          </a:p>
          <a:p>
            <a:r>
              <a:t>Transition: "Here's how."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45 SEC — THESIS LANDING (must land hard)</a:t>
            </a:r>
          </a:p>
          <a:p>
            <a:r>
              <a:t>[Formula visible on screen] "Signal Lead Time + Mobilization Compression = Compounding Advantage."</a:t>
            </a:r>
          </a:p>
          <a:p>
            <a:r>
              <a:t>"We give you both stages. Stage one: you see it earlier. Stage two: you act in 12 minutes."</a:t>
            </a:r>
          </a:p>
          <a:p>
            <a:r>
              <a:t>"But signal advantage must come first. You cannot execute what you haven't detected."</a:t>
            </a:r>
          </a:p>
          <a:p>
            <a:r>
              <a:t>"248+ data points. 221 customer-defined triggers. 170 protocols pre-staged. 9 domains."</a:t>
            </a:r>
          </a:p>
          <a:p>
            <a:r>
              <a:t>"Let me show you what this looks like in the product."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2 MIN — PRODUCT PROOF</a:t>
            </a:r>
          </a:p>
          <a:p>
            <a:r>
              <a:t>[Point to CRITICAL alert callout] "Right now, there is a CRITICAL cybersecurity breach signal — 97% confidence. The system detected it."</a:t>
            </a:r>
          </a:p>
          <a:p>
            <a:r>
              <a:t>[Point to Decision Window callout] "The decision window is open. Leadership can see what is forming."</a:t>
            </a:r>
          </a:p>
          <a:p>
            <a:r>
              <a:t>[Point to Protocol Path callout] "The recommended protocol is already matched. Pre-staged. Waiting only for authorization."</a:t>
            </a:r>
          </a:p>
          <a:p>
            <a:r>
              <a:t>"This is the Command Tower. The executive live display. Auto-refreshing. Board-accessible."</a:t>
            </a:r>
          </a:p>
          <a:p>
            <a:r>
              <a:t>"Leadership sees what is forming — and what to do about it — before anyone else knows."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2 MIN — PRODUCT PROOF CONTINUED</a:t>
            </a:r>
          </a:p>
          <a:p>
            <a:r>
              <a:t>[Point to Threshold callout] "The customer defines the exact threshold. Not a vendor default."</a:t>
            </a:r>
          </a:p>
          <a:p>
            <a:r>
              <a:t>[Point to Escalation callout] "And the escalation path — who gets alerted, in what order, at what confidence level."</a:t>
            </a:r>
          </a:p>
          <a:p>
            <a:r>
              <a:t>"248 data points. 9 domains. Every 15 minutes. Continuously."</a:t>
            </a:r>
          </a:p>
          <a:p>
            <a:r>
              <a:t>"Detection happens on customer terms. That's the core of signal advantage."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2 MIN — PRODUCT PROOF CONTINUED</a:t>
            </a:r>
          </a:p>
          <a:p>
            <a:r>
              <a:t>[Bold headline visible] "AI monitors. Executives authorize."</a:t>
            </a:r>
          </a:p>
          <a:p>
            <a:r>
              <a:t>[Point to Governance block] "Every authorization is timestamped, logged, and board-exportable. Audit trail is active."</a:t>
            </a:r>
          </a:p>
          <a:p>
            <a:r>
              <a:t>"Four choices at every gate: Authorize. Stand Down. Delegate. Defer."</a:t>
            </a:r>
          </a:p>
          <a:p>
            <a:r>
              <a:t>"No action deploys without sign-off. Ever. This is not autonomous execution."</a:t>
            </a:r>
          </a:p>
          <a:p>
            <a:r>
              <a:t>"The preparation compresses the mobilization cycle. The decision remains human."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2 MIN — PRODUCT PROOF CONTINUED</a:t>
            </a:r>
          </a:p>
          <a:p>
            <a:r>
              <a:t>"Authorization triggers coordination across four dimensions simultaneously."</a:t>
            </a:r>
          </a:p>
          <a:p>
            <a:r>
              <a:t>[Point to Roles] "Roles: every person already knows their assignment."</a:t>
            </a:r>
          </a:p>
          <a:p>
            <a:r>
              <a:t>[Point to Budget] "Budget: pre-allocated authority releases at authorization."</a:t>
            </a:r>
          </a:p>
          <a:p>
            <a:r>
              <a:t>[Point to Internal] "Internal comms: leadership team alerted in parallel."</a:t>
            </a:r>
          </a:p>
          <a:p>
            <a:r>
              <a:t>[Point to External] "External comms: board, counsel, regulators — notified immediately."</a:t>
            </a:r>
          </a:p>
          <a:p>
            <a:r>
              <a:t>"12 minutes. Not 30 days. Because everything was pre-staged."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60 SEC — WHY THIS WINS (Learning)</a:t>
            </a:r>
          </a:p>
          <a:p>
            <a:r>
              <a:t>[Read the headline]: "Every activation updates future readiness protocols."</a:t>
            </a:r>
          </a:p>
          <a:p>
            <a:r>
              <a:t>"Each cycle encodes what worked. Signal weights refine. Protocol paths improve."</a:t>
            </a:r>
          </a:p>
          <a:p>
            <a:r>
              <a:t>"+18% readiness improvement per activation cycle — measured, not estimated."</a:t>
            </a:r>
          </a:p>
          <a:p>
            <a:r>
              <a:t>"The organization that runs Readiness OS for 12 months is categorically more prepared than the one that just signed up."</a:t>
            </a:r>
          </a:p>
          <a:p>
            <a:r>
              <a:t>"That's the compounding moat."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60 SEC — WHY THIS WINS (Killer Scenario)</a:t>
            </a:r>
          </a:p>
          <a:p>
            <a:r>
              <a:t>"Let me make this concrete. One scenario. Two outcomes. The only variable: preparation."</a:t>
            </a:r>
          </a:p>
          <a:p>
            <a:r>
              <a:t>[Walk the left column] "Without Readiness OS: Signal at T+0. CISO notified at 72 hours. War room on day 3. Plan drafted day 8. Coordination complete day 30."</a:t>
            </a:r>
          </a:p>
          <a:p>
            <a:r>
              <a:t>[Walk the right column] "With Readiness OS: T+0 detected. T+2 protocol matched. T+8 authorized. T+12 full coordinated response."</a:t>
            </a:r>
          </a:p>
          <a:p>
            <a:r>
              <a:t>"$47M regulatory exposure. Averted. Board notified before markets opened."</a:t>
            </a:r>
          </a:p>
          <a:p>
            <a:r>
              <a:t>[Pause] "Same trigger. Entirely different outcome."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60 SEC — PROOF OF REALITY</a:t>
            </a:r>
          </a:p>
          <a:p>
            <a:r>
              <a:t>"What you're looking at are four live production surfaces. Not mockups. Not demos."</a:t>
            </a:r>
          </a:p>
          <a:p>
            <a:r>
              <a:t>"You can visit vaughnmartin.com right now and walk through each one."</a:t>
            </a:r>
          </a:p>
          <a:p>
            <a:r>
              <a:t>[Check 1] "Onboarding is live — four phases, go-live readiness score."</a:t>
            </a:r>
          </a:p>
          <a:p>
            <a:r>
              <a:t>[Check 2] "Protocol flow is live — 170 protocols browsable, 3 full previews without sign-in."</a:t>
            </a:r>
          </a:p>
          <a:p>
            <a:r>
              <a:t>[Check 3] "Buyer packet is live — board-ready executive brief, printable in one click."</a:t>
            </a:r>
          </a:p>
          <a:p>
            <a:r>
              <a:t>"Production software. Active use paths. Now."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30 SEC — COMMERCIAL MOTION</a:t>
            </a:r>
          </a:p>
          <a:p>
            <a:r>
              <a:t>[ICP column] "We are laser-focused on Fortune 1000 with 3+ strategic domains and reactive coordination history."</a:t>
            </a:r>
          </a:p>
          <a:p>
            <a:r>
              <a:t>[Engagement column] "12 Founding Partner slots. $75K–$250K. 90-day validation structure."</a:t>
            </a:r>
          </a:p>
          <a:p>
            <a:r>
              <a:t>[Outcome column] "Success by day 90: first activation complete, response compressed, ROI baseline established."</a:t>
            </a:r>
          </a:p>
          <a:p>
            <a:r>
              <a:t>"We're raising up to $1M. Product hardening, enterprise controls, Founding Partner GTM."</a:t>
            </a:r>
          </a:p>
          <a:p>
            <a:r>
              <a:t>"12 slots. The program closes when they're full."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30 SEC — THE ASK</a:t>
            </a:r>
          </a:p>
          <a:p>
            <a:r>
              <a:t>[Read the headline one time, slowly]</a:t>
            </a:r>
          </a:p>
          <a:p>
            <a:r>
              <a:t>"The response is ready before the trigger fires."</a:t>
            </a:r>
          </a:p>
          <a:p>
            <a:r>
              <a:t>[Pause 3 seconds]</a:t>
            </a:r>
          </a:p>
          <a:p>
            <a:r>
              <a:t>"We are seeking 12 Founding Partners and aligned investors for scaled rollout."</a:t>
            </a:r>
          </a:p>
          <a:p>
            <a:r>
              <a:t>"vaughnmartin.com/founding-partner — or reach me directly after this session."</a:t>
            </a:r>
          </a:p>
          <a:p>
            <a:r>
              <a:t>[Final line] "If advantage belongs to teams that see earlier and execute decisively — let's partner."</a:t>
            </a:r>
          </a:p>
          <a:p>
            <a:r>
              <a:t>[Sit down. Don't add anything. Let it land.]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title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th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two_stage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mission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trigg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decision_auth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execution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learn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killer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product_re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commercial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ask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