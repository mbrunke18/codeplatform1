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01 · 06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320040" y="438912"/>
            <a:ext cx="36576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" y="420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TRIGGER FIRES IN SECONDS.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MOBILIZATION TAKES 30 DAYS.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2304288"/>
            <a:ext cx="50292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423160"/>
            <a:ext cx="3931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1000 organizations detect strategic triggers quickly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still spend weeks aligning ownership, authority, and sequence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delay is not execution — it is mobilization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111A3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4078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F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"Most organizations do not have a strategy problem. They have a mobilization problem. When a trigger fires, the first weeks are spent figuring out who decides and who owns the response."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4754880"/>
            <a:ext cx="347472" cy="347472"/>
          </a:xfrm>
          <a:prstGeom prst="ellipse">
            <a:avLst/>
          </a:prstGeom>
          <a:solidFill>
            <a:srgbClr val="111A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764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7640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49286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160520" y="91440"/>
            <a:ext cx="484632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60520" y="91440"/>
            <a:ext cx="484632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920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1920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1920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873752" y="155448"/>
            <a:ext cx="3108960" cy="182880"/>
          </a:xfrm>
          <a:prstGeom prst="roundRect">
            <a:avLst>
              <a:gd name="adj" fmla="val 25000"/>
            </a:avLst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554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</a:t>
            </a:r>
            <a:endParaRPr lang="en-US" sz="7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9664" y="402336"/>
            <a:ext cx="4828032" cy="463600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069080" y="91440"/>
            <a:ext cx="4572" cy="4956048"/>
          </a:xfrm>
          <a:prstGeom prst="rect">
            <a:avLst/>
          </a:prstGeom>
          <a:solidFill>
            <a:srgbClr val="1E2A4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02 · 06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320040" y="438912"/>
            <a:ext cx="36576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" y="420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READINESS OS: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RESPONSE IS READY BEFORE THE TRIGGER FIRES.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2514600"/>
            <a:ext cx="50292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633472"/>
            <a:ext cx="39319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Readiness Protocols pre-staged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trigger patterns mapped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248+ data points monitored every 15 minutes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monitors. Executives authorize.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111A3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4078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F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built Readiness OS to pre-stage the response architecture before pressure arrives. Authority remains human; mobilization becomes immediate."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4754880"/>
            <a:ext cx="347472" cy="347472"/>
          </a:xfrm>
          <a:prstGeom prst="ellipse">
            <a:avLst/>
          </a:prstGeom>
          <a:solidFill>
            <a:srgbClr val="111A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764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7640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49286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160520" y="91440"/>
            <a:ext cx="484632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60520" y="91440"/>
            <a:ext cx="484632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920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1920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1920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873752" y="155448"/>
            <a:ext cx="3108960" cy="182880"/>
          </a:xfrm>
          <a:prstGeom prst="roundRect">
            <a:avLst>
              <a:gd name="adj" fmla="val 25000"/>
            </a:avLst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554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vaughnmartin.com/how-it-executes</a:t>
            </a:r>
            <a:endParaRPr lang="en-US" sz="7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9664" y="402336"/>
            <a:ext cx="4828032" cy="463600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069080" y="91440"/>
            <a:ext cx="4572" cy="4956048"/>
          </a:xfrm>
          <a:prstGeom prst="rect">
            <a:avLst/>
          </a:prstGeom>
          <a:solidFill>
            <a:srgbClr val="1E2A4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03 · 06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320040" y="438912"/>
            <a:ext cx="36576" cy="201168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" y="420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TRIGGER TO COORDINATED EXECUTION IN MINUTES.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2304288"/>
            <a:ext cx="50292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42316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detected</a:t>
            </a:r>
            <a:endParaRPr lang="en-US" sz="11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protocol staged</a:t>
            </a:r>
            <a:endParaRPr lang="en-US" sz="11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notified</a:t>
            </a:r>
            <a:endParaRPr lang="en-US" sz="11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authorizes</a:t>
            </a:r>
            <a:endParaRPr lang="en-US" sz="11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launches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111A3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4078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F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key change is that coordination is pre-built, so when the trigger fires, execution starts."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4754880"/>
            <a:ext cx="347472" cy="347472"/>
          </a:xfrm>
          <a:prstGeom prst="ellipse">
            <a:avLst/>
          </a:prstGeom>
          <a:solidFill>
            <a:srgbClr val="111A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764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7640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49286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160520" y="91440"/>
            <a:ext cx="484632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60520" y="91440"/>
            <a:ext cx="484632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920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1920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1920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873752" y="155448"/>
            <a:ext cx="3108960" cy="182880"/>
          </a:xfrm>
          <a:prstGeom prst="roundRect">
            <a:avLst>
              <a:gd name="adj" fmla="val 25000"/>
            </a:avLst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554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vaughnmartin.com/how-it-executes</a:t>
            </a:r>
            <a:endParaRPr lang="en-US" sz="7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9664" y="402336"/>
            <a:ext cx="4828032" cy="463600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069080" y="91440"/>
            <a:ext cx="4572" cy="4956048"/>
          </a:xfrm>
          <a:prstGeom prst="rect">
            <a:avLst/>
          </a:prstGeom>
          <a:solidFill>
            <a:srgbClr val="1E2A4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04 · 06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320040" y="438912"/>
            <a:ext cx="36576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" y="420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— NOW, NOT 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PRODUCTION NOW.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2514600"/>
            <a:ext cx="50292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633472"/>
            <a:ext cx="3931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platform live at vaughnmartin.com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public execution walkthrough available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cohort open for 90-day validation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111A3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4078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F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is not a roadmap concept. The platform is live and testable now."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4754880"/>
            <a:ext cx="347472" cy="347472"/>
          </a:xfrm>
          <a:prstGeom prst="ellipse">
            <a:avLst/>
          </a:prstGeom>
          <a:solidFill>
            <a:srgbClr val="111A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764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7640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49286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160520" y="91440"/>
            <a:ext cx="484632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60520" y="91440"/>
            <a:ext cx="484632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920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1920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1920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873752" y="155448"/>
            <a:ext cx="3108960" cy="182880"/>
          </a:xfrm>
          <a:prstGeom prst="roundRect">
            <a:avLst>
              <a:gd name="adj" fmla="val 25000"/>
            </a:avLst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554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vaughnmartin.com/executive-brief</a:t>
            </a:r>
            <a:endParaRPr lang="en-US" sz="7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9664" y="402336"/>
            <a:ext cx="4828032" cy="463600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069080" y="91440"/>
            <a:ext cx="4572" cy="4956048"/>
          </a:xfrm>
          <a:prstGeom prst="rect">
            <a:avLst/>
          </a:prstGeom>
          <a:solidFill>
            <a:srgbClr val="1E2A4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05 · 06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320040" y="438912"/>
            <a:ext cx="36576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" y="420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REPLACE EXISTING RESPONSE SPEND WITH EXECUTION INFRASTRUCTURE.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2514600"/>
            <a:ext cx="50292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633472"/>
            <a:ext cx="3931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budgets already fund reactive response motions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OS shifts spend to pre-staged execution readiness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high-impact trigger handled well can justify annual investment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111A3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4078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F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are not asking enterprises to invent new budget. We are replacing existing response spend with a repeatable operating model."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4754880"/>
            <a:ext cx="347472" cy="347472"/>
          </a:xfrm>
          <a:prstGeom prst="ellipse">
            <a:avLst/>
          </a:prstGeom>
          <a:solidFill>
            <a:srgbClr val="111A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764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7640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49286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160520" y="91440"/>
            <a:ext cx="484632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60520" y="91440"/>
            <a:ext cx="484632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920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1920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1920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873752" y="155448"/>
            <a:ext cx="3108960" cy="182880"/>
          </a:xfrm>
          <a:prstGeom prst="roundRect">
            <a:avLst>
              <a:gd name="adj" fmla="val 25000"/>
            </a:avLst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554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vaughnmartin.com/roi-calculator</a:t>
            </a:r>
            <a:endParaRPr lang="en-US" sz="7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9664" y="402336"/>
            <a:ext cx="4828032" cy="463600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069080" y="91440"/>
            <a:ext cx="4572" cy="4956048"/>
          </a:xfrm>
          <a:prstGeom prst="rect">
            <a:avLst/>
          </a:prstGeom>
          <a:solidFill>
            <a:srgbClr val="1E2A4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06 · 06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320040" y="438912"/>
            <a:ext cx="36576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" y="420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+ CLOSE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CATEGORY CREATION: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PREPARATION INFRASTRUCTURE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993392"/>
            <a:ext cx="50292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103120"/>
            <a:ext cx="39319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Raise: $[AMOUNT]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hardening + enterprise controls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conversions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GTM motion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3611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FC1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RESPONSE IS READY BEFORE THE TRIGGER FIRES.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111A3E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4078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F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enterprise has AI capability. Very few have mobilization readiness. We built that layer. It's live now."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4754880"/>
            <a:ext cx="347472" cy="347472"/>
          </a:xfrm>
          <a:prstGeom prst="ellipse">
            <a:avLst/>
          </a:prstGeom>
          <a:solidFill>
            <a:srgbClr val="111A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764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7640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49286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160520" y="91440"/>
            <a:ext cx="484632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91440"/>
            <a:ext cx="484632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920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8" name="Shape 16"/>
          <p:cNvSpPr/>
          <p:nvPr/>
        </p:nvSpPr>
        <p:spPr>
          <a:xfrm>
            <a:off x="4480560" y="1920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1920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0" name="Shape 18"/>
          <p:cNvSpPr/>
          <p:nvPr/>
        </p:nvSpPr>
        <p:spPr>
          <a:xfrm>
            <a:off x="4873752" y="155448"/>
            <a:ext cx="3108960" cy="182880"/>
          </a:xfrm>
          <a:prstGeom prst="roundRect">
            <a:avLst>
              <a:gd name="adj" fmla="val 25000"/>
            </a:avLst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1554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vaughnmartin.com/founding-partner-program</a:t>
            </a:r>
            <a:endParaRPr lang="en-US" sz="7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9664" y="402336"/>
            <a:ext cx="4828032" cy="463600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069080" y="91440"/>
            <a:ext cx="4572" cy="4956048"/>
          </a:xfrm>
          <a:prstGeom prst="rect">
            <a:avLst/>
          </a:prstGeom>
          <a:solidFill>
            <a:srgbClr val="1E2A4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VaughnMartin Readiness OS — Investor Pitch</dc:title>
  <dc:subject>PptxGenJS Presentation</dc:subject>
  <dc:creator>VaughnMartin</dc:creator>
  <cp:lastModifiedBy>VaughnMartin</cp:lastModifiedBy>
  <cp:revision>1</cp:revision>
  <dcterms:created xsi:type="dcterms:W3CDTF">2026-05-16T18:16:56Z</dcterms:created>
  <dcterms:modified xsi:type="dcterms:W3CDTF">2026-05-16T18:16:56Z</dcterms:modified>
</cp:coreProperties>
</file>