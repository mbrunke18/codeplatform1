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t="-6" b="-6"/>
          <a:stretch>
            <a:fillRect/>
          </a:stretch>
        </p:blipFill>
        <p:spPr>
          <a:xfrm>
            <a:off x="6492240" y="1848137"/>
            <a:ext cx="5458968" cy="307028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84448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Every trigger restarts the mobilization clock from zero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35424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window to act closes before execution begins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5065776"/>
            <a:ext cx="5303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Every enterprise has talent. None have pre-staged responses.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73455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3455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455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Signal
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799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543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20543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20543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Threat
Classified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29887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7631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7631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7631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Protocol
Matched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76975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4719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4719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4719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Team
Notified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24063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1807" y="1481328"/>
            <a:ext cx="1609344" cy="5486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1807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1807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Executive
Authorizes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1151" y="164592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08895" y="1481328"/>
            <a:ext cx="1609344" cy="54864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8895" y="1517904"/>
            <a:ext cx="16093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Barlow Condense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895" y="1719072"/>
            <a:ext cx="16093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Barlow Condensed"/>
              </a:rPr>
              <a:t>Response
Deploys
· 12 MIN ·</a:t>
            </a:r>
          </a:p>
        </p:txBody>
      </p:sp>
      <p:pic>
        <p:nvPicPr>
          <p:cNvPr id="29" name="Picture 28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2176272"/>
            <a:ext cx="5623560" cy="3162857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29184" y="2176272"/>
            <a:ext cx="5623560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4" y="5101385"/>
            <a:ext cx="5623560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624" y="5164885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DETECTION · CONFIDENCE SCORING · STARTUP TO FORTUNE 500</a:t>
            </a:r>
          </a:p>
        </p:txBody>
      </p:sp>
      <p:pic>
        <p:nvPicPr>
          <p:cNvPr id="33" name="Picture 32" descr="builder-raw.png"/>
          <p:cNvPicPr>
            <a:picLocks noChangeAspect="1"/>
          </p:cNvPicPr>
          <p:nvPr/>
        </p:nvPicPr>
        <p:blipFill>
          <a:blip r:embed="rId4"/>
          <a:srcRect t="-112" b="-112"/>
          <a:stretch>
            <a:fillRect/>
          </a:stretch>
        </p:blipFill>
        <p:spPr>
          <a:xfrm>
            <a:off x="6227064" y="2176272"/>
            <a:ext cx="5635447" cy="3162857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6227064" y="2176272"/>
            <a:ext cx="5635447" cy="3162857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27064" y="5101385"/>
            <a:ext cx="5635447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5164885"/>
            <a:ext cx="545256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5448857"/>
            <a:ext cx="12191695" cy="1262838"/>
          </a:xfrm>
          <a:prstGeom prst="rect">
            <a:avLst/>
          </a:prstGeom>
          <a:solidFill>
            <a:srgbClr val="060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540297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088937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Full platform deployment — 170 protocols configured, signals live, team onboarded.
Replaces the $400K–$800K consulting retainer. 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 Feed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Activation Console · Execution in Progress</a:t>
            </a:r>
          </a:p>
        </p:txBody>
      </p:sp>
      <p:pic>
        <p:nvPicPr>
          <p:cNvPr id="20" name="Picture 19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329184" y="2633472"/>
            <a:ext cx="5629503" cy="316619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4" name="Picture 23" descr="activation-raw.png"/>
          <p:cNvPicPr>
            <a:picLocks noChangeAspect="1"/>
          </p:cNvPicPr>
          <p:nvPr/>
        </p:nvPicPr>
        <p:blipFill>
          <a:blip r:embed="rId4"/>
          <a:srcRect t="-6" b="-6"/>
          <a:stretch>
            <a:fillRect/>
          </a:stretch>
        </p:blipFill>
        <p:spPr>
          <a:xfrm>
            <a:off x="6233007" y="2633472"/>
            <a:ext cx="5629503" cy="316619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3007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4447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AUTHORIZED EXECUTION · 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6400800" y="1848137"/>
            <a:ext cx="5458968" cy="30702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848137"/>
            <a:ext cx="5458968" cy="3070285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4680678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744178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563270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457200"/>
            <a:ext cx="1664208" cy="446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6272" y="51206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" y="950976"/>
            <a:ext cx="86868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591056"/>
            <a:ext cx="8686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9A84C"/>
                </a:solidFill>
                <a:latin typeface="Barlow Condensed"/>
              </a:rPr>
              <a:t>Martin Brunke, Founder  ·  20 years inside enterprise organizations  ·  5 years on a major college football sideline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" y="1792224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942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942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4" y="1883664"/>
            <a:ext cx="181051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9664" y="1938528"/>
            <a:ext cx="18105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9664" y="2542032"/>
            <a:ext cx="18105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3218688"/>
            <a:ext cx="544982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" y="3749039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803903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3986783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" y="4270246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" y="4325110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" y="4507990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" y="4791453"/>
            <a:ext cx="544982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4846317"/>
            <a:ext cx="164592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" y="5029197"/>
            <a:ext cx="5449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5449824"/>
            <a:ext cx="5449824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" y="5522976"/>
            <a:ext cx="52669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61888" y="1737360"/>
            <a:ext cx="6350" cy="4425696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home-raw.png"/>
          <p:cNvPicPr>
            <a:picLocks noChangeAspect="1"/>
          </p:cNvPicPr>
          <p:nvPr/>
        </p:nvPicPr>
        <p:blipFill>
          <a:blip r:embed="rId3"/>
          <a:srcRect t="-9429" b="-9429"/>
          <a:stretch>
            <a:fillRect/>
          </a:stretch>
        </p:blipFill>
        <p:spPr>
          <a:xfrm>
            <a:off x="6144768" y="1737360"/>
            <a:ext cx="5641848" cy="2670048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144768" y="1737360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4169664"/>
            <a:ext cx="564184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4233164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4572000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4608576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9248" y="4608576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4956048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44768" y="4992624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9248" y="4992624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5340096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44768" y="5376672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99248" y="5376672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5724144"/>
            <a:ext cx="5641848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5760720"/>
            <a:ext cx="14630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99248" y="5760720"/>
            <a:ext cx="4059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