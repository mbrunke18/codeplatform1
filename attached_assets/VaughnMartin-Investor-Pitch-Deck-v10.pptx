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t="-6" b="-6"/>
          <a:stretch>
            <a:fillRect/>
          </a:stretch>
        </p:blipFill>
        <p:spPr>
          <a:xfrm>
            <a:off x="6492240" y="1848137"/>
            <a:ext cx="5458968" cy="30702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trigger restarts the mobilization clock from 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35424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window to act closes before execution begins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5065776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enterprise has talent. None have pre-staged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3455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45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45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Signal
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799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543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0543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543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Threat
Classified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9887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7631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7631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7631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Protocol
Matched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6975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4719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4719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4719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Team
Notified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4063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1807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807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807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Executive
Authorizes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1151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08895" y="1481328"/>
            <a:ext cx="1609344" cy="5486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889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89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Response
Deploys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8895" y="1517904"/>
            <a:ext cx="16093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Barlow Condensed"/>
              </a:rPr>
              <a:t>12 MIN
END-TO-END</a:t>
            </a:r>
          </a:p>
        </p:txBody>
      </p:sp>
      <p:pic>
        <p:nvPicPr>
          <p:cNvPr id="30" name="Picture 2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176272"/>
            <a:ext cx="5623560" cy="316285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329184" y="2176272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9184" y="5101385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5164885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34" name="Picture 33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2176272"/>
            <a:ext cx="5635447" cy="3162857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227064" y="2176272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27064" y="5101385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164885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5448857"/>
            <a:ext cx="12191695" cy="1262838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540297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088937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Full platform deployment — 170 protocols configured, signals live, team onboarded.
Replaces the $400K–$800K consulting retainer. 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633472"/>
            <a:ext cx="5629503" cy="316619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629503" cy="316619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