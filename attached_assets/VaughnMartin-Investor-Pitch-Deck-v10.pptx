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l="23092" r="23092"/>
          <a:stretch>
            <a:fillRect/>
          </a:stretch>
        </p:blipFill>
        <p:spPr>
          <a:xfrm>
            <a:off x="6492240" y="512064"/>
            <a:ext cx="5458968" cy="57058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512064"/>
            <a:ext cx="5458968" cy="570585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5980176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6043676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1481328"/>
            <a:ext cx="5623560" cy="31628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81328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4406441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4469941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1481328"/>
            <a:ext cx="5635447" cy="31628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27064" y="1481328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7064" y="4406441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4469941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753913"/>
            <a:ext cx="12191695" cy="1957782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45353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93993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pic>
        <p:nvPicPr>
          <p:cNvPr id="18" name="Picture 17" descr="signals-raw.png"/>
          <p:cNvPicPr>
            <a:picLocks noChangeAspect="1"/>
          </p:cNvPicPr>
          <p:nvPr/>
        </p:nvPicPr>
        <p:blipFill>
          <a:blip r:embed="rId3"/>
          <a:srcRect t="-17871" b="-17871"/>
          <a:stretch>
            <a:fillRect/>
          </a:stretch>
        </p:blipFill>
        <p:spPr>
          <a:xfrm>
            <a:off x="329184" y="2633472"/>
            <a:ext cx="7370064" cy="305409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29184" y="2633472"/>
            <a:ext cx="7370064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" y="5449824"/>
            <a:ext cx="7370064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5513324"/>
            <a:ext cx="7187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2" name="Picture 21" descr="activation-raw.png"/>
          <p:cNvPicPr>
            <a:picLocks noChangeAspect="1"/>
          </p:cNvPicPr>
          <p:nvPr/>
        </p:nvPicPr>
        <p:blipFill>
          <a:blip r:embed="rId4"/>
          <a:srcRect l="14187" r="14187"/>
          <a:stretch>
            <a:fillRect/>
          </a:stretch>
        </p:blipFill>
        <p:spPr>
          <a:xfrm>
            <a:off x="7973568" y="2633472"/>
            <a:ext cx="3888943" cy="305409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973568" y="2633472"/>
            <a:ext cx="3888943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3568" y="5449824"/>
            <a:ext cx="388894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5513324"/>
            <a:ext cx="370606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home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