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 t="-6" b="-6"/>
          <a:stretch>
            <a:fillRect/>
          </a:stretch>
        </p:blipFill>
        <p:spPr>
          <a:xfrm>
            <a:off x="6492240" y="1848137"/>
            <a:ext cx="5458968" cy="307028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584448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9A5BB"/>
                </a:solidFill>
                <a:latin typeface="Barlow Condensed"/>
              </a:rPr>
              <a:t>Most enterprises plan to respond.
VaughnMartin is already executing.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55371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46426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51912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65099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57398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Every trigger restarts the mobilization clock from zero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35424"/>
            <a:ext cx="5303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window to act closes before execution begins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5065776"/>
            <a:ext cx="5303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Every enterprise has talent. None have pre-staged responses.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Market Entry
Window Opening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Opportunity · live monitor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— triggers catch you cold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 days to mobilize before execution starts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the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· 221 triggers · ready before the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Executive authorization gate at every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rlow Condensed"/>
              </a:rPr>
              <a:t>From Signal to Authorized Execution in 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73455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3455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455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Signal
Detected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799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543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0543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0543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Threat
Classified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29887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7631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7631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7631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Protocol
Matched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6975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4719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4719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4719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Team
Notified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24063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1807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807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1807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Executive
Authorizes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1151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08895" y="1481328"/>
            <a:ext cx="1609344" cy="54864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8895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895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Response
Deploys
· 12 MIN ·</a:t>
            </a:r>
          </a:p>
        </p:txBody>
      </p:sp>
      <p:pic>
        <p:nvPicPr>
          <p:cNvPr id="29" name="Picture 28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329184" y="2176272"/>
            <a:ext cx="5623560" cy="3162857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329184" y="2176272"/>
            <a:ext cx="5623560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9184" y="5101385"/>
            <a:ext cx="5623560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624" y="5164885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TRIGGER DETECTION · CONFIDENCE SCORING · STARTUP TO FORTUNE 500</a:t>
            </a:r>
          </a:p>
        </p:txBody>
      </p:sp>
      <p:pic>
        <p:nvPicPr>
          <p:cNvPr id="33" name="Picture 32" descr="builder-raw.png"/>
          <p:cNvPicPr>
            <a:picLocks noChangeAspect="1"/>
          </p:cNvPicPr>
          <p:nvPr/>
        </p:nvPicPr>
        <p:blipFill>
          <a:blip r:embed="rId4"/>
          <a:srcRect t="-112" b="-112"/>
          <a:stretch>
            <a:fillRect/>
          </a:stretch>
        </p:blipFill>
        <p:spPr>
          <a:xfrm>
            <a:off x="6227064" y="2176272"/>
            <a:ext cx="5635447" cy="3162857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6227064" y="2176272"/>
            <a:ext cx="5635447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27064" y="5101385"/>
            <a:ext cx="5635447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5164885"/>
            <a:ext cx="545256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PRE-STAGED PROTOCOL · STAKEHOLDERS · AUTHORITY · TASKS READY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5448857"/>
            <a:ext cx="12191695" cy="1262838"/>
          </a:xfrm>
          <a:prstGeom prst="rect">
            <a:avLst/>
          </a:prstGeom>
          <a:solidFill>
            <a:srgbClr val="06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540297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AI monitors.     Executives authorize.     Teams execute.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088937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15-minute refresh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Full platform deployment — 170 protocols configured, signals live, team onboarded.
Replaces the $400K–$800K consulting retainer. 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· Live Detection Feed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Activation Console · Execution in Progress</a:t>
            </a:r>
          </a:p>
        </p:txBody>
      </p:sp>
      <p:pic>
        <p:nvPicPr>
          <p:cNvPr id="20" name="Picture 19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329184" y="2633472"/>
            <a:ext cx="5629503" cy="316619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4" name="Picture 23" descr="activation-raw.png"/>
          <p:cNvPicPr>
            <a:picLocks noChangeAspect="1"/>
          </p:cNvPicPr>
          <p:nvPr/>
        </p:nvPicPr>
        <p:blipFill>
          <a:blip r:embed="rId4"/>
          <a:srcRect t="-6" b="-6"/>
          <a:stretch>
            <a:fillRect/>
          </a:stretch>
        </p:blipFill>
        <p:spPr>
          <a:xfrm>
            <a:off x="6233007" y="2633472"/>
            <a:ext cx="5629503" cy="316619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3007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4447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AUTHORIZED EXECUTION · VAUGHNMARTIN.COM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activation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6400800" y="1848137"/>
            <a:ext cx="5458968" cy="30702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EXECUTION IN PROGRESS ·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742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A0F2E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47088"/>
            <a:ext cx="5632704" cy="19050"/>
          </a:xfrm>
          <a:prstGeom prst="rect">
            <a:avLst/>
          </a:prstGeom>
          <a:solidFill>
            <a:srgbClr val="887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457200"/>
            <a:ext cx="1664208" cy="446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76272" y="51206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" y="950976"/>
            <a:ext cx="8686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Barlow Condensed"/>
              </a:rPr>
              <a:t>Twelve founding partners. One defining cohort.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591056"/>
            <a:ext cx="8686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9A84C"/>
                </a:solidFill>
                <a:latin typeface="Barlow Condensed"/>
              </a:rPr>
              <a:t>Martin Brunke, Founder  ·  20 years inside enterprise organizations  ·  5 years on a major college football sideline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" y="1792224"/>
            <a:ext cx="11530584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Founding
Partners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942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942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$75K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942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90-Day
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966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F500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966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Startup to
Fortune 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" y="3218688"/>
            <a:ext cx="544982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Partners who want readiness as competitive advantage.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" y="3749039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803903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" y="3986783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Founding Partner · 90-Day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" y="4270246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" y="4325110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" y="4507990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" y="4791453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4846317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" y="5029197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12 startup to Fortune 500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5449824"/>
            <a:ext cx="5449824" cy="457200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4" y="5522976"/>
            <a:ext cx="52669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Apply for Founding Partner Access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61888" y="1737360"/>
            <a:ext cx="6350" cy="4425696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home-raw.png"/>
          <p:cNvPicPr>
            <a:picLocks noChangeAspect="1"/>
          </p:cNvPicPr>
          <p:nvPr/>
        </p:nvPicPr>
        <p:blipFill>
          <a:blip r:embed="rId3"/>
          <a:srcRect t="-9429" b="-9429"/>
          <a:stretch>
            <a:fillRect/>
          </a:stretch>
        </p:blipFill>
        <p:spPr>
          <a:xfrm>
            <a:off x="6144768" y="1737360"/>
            <a:ext cx="5641848" cy="2670048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144768" y="1737360"/>
            <a:ext cx="5641848" cy="267004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4169664"/>
            <a:ext cx="564184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6208" y="4233164"/>
            <a:ext cx="5458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4572000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4608576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9248" y="4608576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Right-sized by organization maturity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4956048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44768" y="4992624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SECTORS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9248" y="4992624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All industries · 6 sector packs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4768" y="5340096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44768" y="5376672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RAISE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99248" y="5376672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Open strategic raise · active conversations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5724144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5760720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URL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99248" y="5760720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8A6E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built for a world without AI — coordination delays exist because humans couldn't act fast enough. AI changed the constraint. The operating model hasn't.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170 Readiness Protocols. 221 strategic triggers. The response pre-staged before the trigger fires.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what comes next.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