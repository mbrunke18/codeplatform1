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45720" cy="5394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822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strategic response is ready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the trigger fires.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infrastructure for the Fortune 1000.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Brunke  ·  Founder &amp; CEO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6035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vaughnmartin.com  ·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Fortune 1000 organizations lose billions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 the response is built after the trigger fires.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577840" cy="320040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2608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days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mobilize a response inside the average Fortune 1000 enterprise when a strategic trigger fires.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2120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FC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they move, the competitor has acted, the regulator has moved, or the window has closed.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2743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Fortune 1000 organization faces multiple triggers per year: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Cyber incidents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0684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Regulatory actions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3721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M&amp;A integrations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006840" y="3721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Competitive disruptions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4105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Activist campaigns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06840" y="4105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 opportunity windows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44897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Leadership transitions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06840" y="44897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Supply chain disruptions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5577840"/>
            <a:ext cx="521208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5577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trigger: $50M to $500M.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Championship football programs close the same gap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Saturday in 40 seconds.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0" cy="356616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51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1000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 fires.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spends 30 days figuring out who should be in the room.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FC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response from zero. Every time. For every trigger. Across every domain.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623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window closes before the response begins.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468880"/>
            <a:ext cx="5486400" cy="3566160"/>
          </a:xfrm>
          <a:prstGeom prst="rect">
            <a:avLst/>
          </a:prstGeom>
          <a:solidFill>
            <a:srgbClr val="2B8A6E"/>
          </a:solidFill>
          <a:ln w="12700">
            <a:solidFill>
              <a:srgbClr val="2B8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651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CHAMPIONSHIP FOOTBALL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3108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 fires.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83680" y="36576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is already built. Every situation owned. Every role rehearsed at full speed by Thursday.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4892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FC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seconds from signal to coordinated execution across 11 roles.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5623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preparation decided Saturday on Tuesday.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only difference is architecture.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Readiness OS builds the response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the trigger fires.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914400" cy="9144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data points monitored every 15 minutes across 9 strategic domains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743200"/>
            <a:ext cx="914400" cy="9144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383280" y="3794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42062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 triggers pre-wired. Pattern recognition surfaces classified signals before peak pressure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914400" cy="9144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217920" y="3794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42062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pre-staged playbooks deploy in 12 minutes. Team, tasks, communications, decision rights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2743200"/>
            <a:ext cx="914400" cy="9144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052560" y="3794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52560" y="42062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 gate encodes learning. Every activation compounds into the next preparation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760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days compressed to 12 minutes.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26480" y="5760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3,600× Execution Head Start.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VALIDATION  ·  APRIL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researchers. Four disciplines.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conclusion.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86400" cy="1737360"/>
          </a:xfrm>
          <a:prstGeom prst="rect">
            <a:avLst/>
          </a:prstGeom>
          <a:solidFill>
            <a:srgbClr val="141B4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51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Kerry Huang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 AVP · ESI Top 1% Researcher · Forbes Council · 408-firm governance study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"Governance as pre-commitment, not governance as review. The boundary between what architecture can supply and what only human capacity can carry is where the next decade of governance work sits."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2560320"/>
            <a:ext cx="5486400" cy="1737360"/>
          </a:xfrm>
          <a:prstGeom prst="rect">
            <a:avLst/>
          </a:prstGeom>
          <a:solidFill>
            <a:srgbClr val="141B4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651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 DeJarnette, PhD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971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Strategist · CIO Advisor · Triple CCIE · Incident Response · M&amp;A Integration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32918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"Coordination speed is a precommitment problem, not a communication problem. The organization did not execute a plan. It assembled one under stress."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5486400" cy="1737360"/>
          </a:xfrm>
          <a:prstGeom prst="rect">
            <a:avLst/>
          </a:prstGeom>
          <a:solidFill>
            <a:srgbClr val="141B4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72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 Highsmith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892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 · Agile Manifesto · 40+ years of management thinking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52120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"Process ran the last era. Judgment runs the next. The cycle reinforces itself until the organization needs judgment that is no longer there."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4480560"/>
            <a:ext cx="5486400" cy="1737360"/>
          </a:xfrm>
          <a:prstGeom prst="rect">
            <a:avLst/>
          </a:prstGeom>
          <a:solidFill>
            <a:srgbClr val="141B4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572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Kulneet Suri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4892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Alumna · Oxford Research Reviewer · Applied Behavioral Scientist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52120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"Control produces compliance. Capability produces ownership. Performative governance is more dangerous than no governance at all."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C1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does not happen with a weak thesis.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did not create our product.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created the market for our product.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45720" cy="2743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743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density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simultaneously increased decision density and arrival speed for every Fortune 1000 organization. The bottleneck is no longer speed. It is calibration.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743200"/>
            <a:ext cx="45720" cy="2743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743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gap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6280" y="32918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Agile, OKRs, and traditional command-and-control optimized for flow, not for strategic trigger response. None were built for decisions arriving at AI speed.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2743200"/>
            <a:ext cx="45720" cy="2743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2743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window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21040" y="32918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category leader exists for strategic coordination infrastructure. The window for category ownership is 18 months. We are already in 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Jim Highsmith (Agile Manifesto): "Process ran the last era. Judgment runs the next."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competitor can rebuild the software in 12 months.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cannot rebuild any of these.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914400" cy="100584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691640" y="2560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of Fortune 1000 decision logic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30632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playbooks encoding operational decision architecture from Ford, Toyota, Lockheed Martin, Schwab, Vantiv/Worldpay, Boyd Gaming, and Churchill Downs. A competitor cannot buy the twenty years.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914400" cy="100584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74904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691640" y="3749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organizational intelligence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4251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activation makes the platform more specific to that organization's actual failure modes, decision preferences, and stakeholder dynamics. Non-transferable to any competitor.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914400" cy="100584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93776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691640" y="4937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Embeddedness in the preparation rhythm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54406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Readiness OS becomes the organizational rhythm of Fortune 1000 strategic preparation, it is not a vendor relationship. It is infrastructure. Infrastructure does not get replaced.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 ·  WHY SPEEDRUN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Shipped. Validated. Ready to scale.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in production at vaughnmartin.com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7706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151 page components · 170 playbooks · 221 triggers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11810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signal pipeline · 248 data points · 15-min cycles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46557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 ecosystem integrations (Microsoft, Google, Salesforce, AWS, SAP, ServiceNow, Workday)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81304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GPT-4o across 5 AI surfaces · Full Drizzle/Neon/Sentry stack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independent researchers publicly validated thesis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50109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Kerry Huang reposted to Fortune 50 network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35838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Fortune 500 advisors reviewing platform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7058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Founding Partner pilots in active conversation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011680"/>
            <a:ext cx="5303520" cy="4023360"/>
          </a:xfrm>
          <a:prstGeom prst="rect">
            <a:avLst/>
          </a:prstGeom>
          <a:solidFill>
            <a:srgbClr val="141B4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48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SPEEDRUN UNLOCKS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5603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weeks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492240" y="34290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San Francisco to close 3 Founding Partners, hire commercial cofounder, and reach $1M ARR.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4572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SR007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4937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Fortune 1000 executive network access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5212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Battle-tested operators covering gaps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5486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Day to 1,000+ early-stage investors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5760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Forcing function for full-time transition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strategic response is ready before the trigger fires.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Martin Brunke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VaughnMartin.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1000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inside operations at: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Ford Motor Company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Toyota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Lockheed Martin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Charles Schwab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Vantiv / Worldpay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Boyd Gaming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09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Churchill Downs Incorporated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286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COLLEGE FOOTBALL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651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 coaching at Stanford.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30632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field where preparation architecture compressed 30-day organizational decisions into 40 seconds.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023360"/>
            <a:ext cx="5303520" cy="164592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45262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coordination failure across 7 industries. Same solution already proven on the practice field. The infrastructure nobody built for the boardroom.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A0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VaughnMartin is named for my father, Vaughn. The product carries his standard.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45720" cy="5394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MAKE ENTERPRISES FEARLESS.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Preparation.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Readiness.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Fearless.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response is ready before the trigger fires.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Brunke  ·  Founder &amp; CEO  ·  vaughnmartin.com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VaughnMartin — Readiness OS Pitch Deck</dc:title>
  <dc:subject>PptxGenJS Presentation</dc:subject>
  <dc:creator>Martin Brunke</dc:creator>
  <cp:lastModifiedBy>Martin Brunke</cp:lastModifiedBy>
  <cp:revision>1</cp:revision>
  <dcterms:created xsi:type="dcterms:W3CDTF">2026-04-21T20:16:21Z</dcterms:created>
  <dcterms:modified xsi:type="dcterms:W3CDTF">2026-04-21T20:16:21Z</dcterms:modified>
</cp:coreProperties>
</file>