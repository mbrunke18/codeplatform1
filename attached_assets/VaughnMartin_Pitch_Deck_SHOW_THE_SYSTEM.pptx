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45 SEC — PAIN + THESIS</a:t>
            </a:r>
          </a:p>
          <a:p>
            <a:r>
              <a:t>Talking points:</a:t>
            </a:r>
          </a:p>
          <a:p>
            <a:r>
              <a:t>• "When a strategic trigger fires in your organization today — who calls who? Where's the brief? Who owns it? Who authorizes?"</a:t>
            </a:r>
          </a:p>
          <a:p>
            <a:r>
              <a:t>• "Most Fortune 1000s spend 30 days figuring that out — while the window closes, the regulator moves, the competitor acts."</a:t>
            </a:r>
          </a:p>
          <a:p>
            <a:r>
              <a:t>• Point to the left: "This is the old model. 30 days just to mobilize."</a:t>
            </a:r>
          </a:p>
          <a:p>
            <a:r>
              <a:t>• Point to the right: "This is Readiness OS. 12 minutes to full execution."</a:t>
            </a:r>
          </a:p>
          <a:p>
            <a:r>
              <a:t>• "The product you're about to see compresses that entire mobilization cycle."</a:t>
            </a:r>
          </a:p>
          <a:p>
            <a:r>
              <a:t>Pause for effect. Let the split visual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45 SEC CONTINUED</a:t>
            </a:r>
          </a:p>
          <a:p>
            <a:r>
              <a:t>Talking points:</a:t>
            </a:r>
          </a:p>
          <a:p>
            <a:r>
              <a:t>• "The cost is not effort. Every organization you compete with is trying hard."</a:t>
            </a:r>
          </a:p>
          <a:p>
            <a:r>
              <a:t>• "The cost is late detection plus late alignment. That sequence is lethal."</a:t>
            </a:r>
          </a:p>
          <a:p>
            <a:r>
              <a:t>• Walk through the timeline: Signal → Late Notice → Alignment Delay → Window Closed</a:t>
            </a:r>
          </a:p>
          <a:p>
            <a:r>
              <a:t>• "By the time you're coordinating, you've already lost the best window."</a:t>
            </a:r>
          </a:p>
          <a:p>
            <a:r>
              <a:t>• "We built Readiness OS to eliminate both gaps — detection and alignment — before the trigger fires."</a:t>
            </a:r>
          </a:p>
          <a:p>
            <a:r>
              <a:t>Transition: "Here's how we do it."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45 SEC — THESIS LANDING</a:t>
            </a:r>
          </a:p>
          <a:p>
            <a:r>
              <a:t>Talking points:</a:t>
            </a:r>
          </a:p>
          <a:p>
            <a:r>
              <a:t>• "The thesis is two stages. Stage one is signal advantage — see it before others do."</a:t>
            </a:r>
          </a:p>
          <a:p>
            <a:r>
              <a:t>• "Stage two is execution advantage — act in 12 minutes when others take 30 days."</a:t>
            </a:r>
          </a:p>
          <a:p>
            <a:r>
              <a:t>• "But here's the key: signal advantage must come first. You cannot execute what you haven't detected."</a:t>
            </a:r>
          </a:p>
          <a:p>
            <a:r>
              <a:t>• "Readiness OS gives you both. That's the system. Let me show you what it looks like in production."</a:t>
            </a:r>
          </a:p>
          <a:p>
            <a:r>
              <a:t>This must land hard before moving to product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2 MIN — PRODUCT PROOF</a:t>
            </a:r>
          </a:p>
          <a:p>
            <a:r>
              <a:t>Talking points:</a:t>
            </a:r>
          </a:p>
          <a:p>
            <a:r>
              <a:t>• "This is the Command Tower. The executive display. Live, auto-refreshing, read-only for leadership."</a:t>
            </a:r>
          </a:p>
          <a:p>
            <a:r>
              <a:t>• Point to 221 stat: "221 triggers armed right now. Continuously monitoring."</a:t>
            </a:r>
          </a:p>
          <a:p>
            <a:r>
              <a:t>• Point to CRITICAL alert: "20 active detections. This one — Cybersecurity Breach — 97% confidence. System has already matched it to a Readiness Protocol."</a:t>
            </a:r>
          </a:p>
          <a:p>
            <a:r>
              <a:t>• Point to 170 stat: "170 protocols pre-staged. Ready to deploy on executive authorization."</a:t>
            </a:r>
          </a:p>
          <a:p>
            <a:r>
              <a:t>• "Leadership sees what is forming. And what to do about it. Before the board hears about it elsewhere."</a:t>
            </a:r>
          </a:p>
          <a:p>
            <a:r>
              <a:t>Let the live UI speak. Don't over-explain.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2 MIN — PRODUCT PROOF CONTINUED</a:t>
            </a:r>
          </a:p>
          <a:p>
            <a:r>
              <a:t>Talking points:</a:t>
            </a:r>
          </a:p>
          <a:p>
            <a:r>
              <a:t>• "Where do these signals come from? The customer defines them."</a:t>
            </a:r>
          </a:p>
          <a:p>
            <a:r>
              <a:t>• "248+ data points monitored. 16 signal categories. Every 15 minutes."</a:t>
            </a:r>
          </a:p>
          <a:p>
            <a:r>
              <a:t>• "The key word is customer-defined. This is not a generic alert system."</a:t>
            </a:r>
          </a:p>
          <a:p>
            <a:r>
              <a:t>• "Organizations configure the exact thresholds, the exact triggers, on their terms."</a:t>
            </a:r>
          </a:p>
          <a:p>
            <a:r>
              <a:t>• "What's material to a $40B manufacturer is not what's material to a $8B healthcare system."</a:t>
            </a:r>
          </a:p>
          <a:p>
            <a:r>
              <a:t>• "They configure it. We monitor it. Continuously."</a:t>
            </a:r>
          </a:p>
          <a:p>
            <a:r>
              <a:t>"Let me show you what happens when a threshold is crossed."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2 MIN — PRODUCT PROOF CONTINUED</a:t>
            </a:r>
          </a:p>
          <a:p>
            <a:r>
              <a:t>Talking points:</a:t>
            </a:r>
          </a:p>
          <a:p>
            <a:r>
              <a:t>• "When a signal crosses a threshold, the system surfaces a recommendation — but takes no action."</a:t>
            </a:r>
          </a:p>
          <a:p>
            <a:r>
              <a:t>• "The executive sees: here is what's forming. Here is the matched Readiness Protocol. Here are your four choices."</a:t>
            </a:r>
          </a:p>
          <a:p>
            <a:r>
              <a:t>• "Authorize. Stand Down. Delegate. Defer. Human choice at every gate."</a:t>
            </a:r>
          </a:p>
          <a:p>
            <a:r>
              <a:t>• "No action deploys without executive sign-off. Ever. This is not autonomous execution."</a:t>
            </a:r>
          </a:p>
          <a:p>
            <a:r>
              <a:t>• "AI monitors. Executives authorize. That's the governance model."</a:t>
            </a:r>
          </a:p>
          <a:p>
            <a:r>
              <a:t>• "When authorized, this is what happens next."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2 MIN — PRODUCT PROOF CONTINUED</a:t>
            </a:r>
          </a:p>
          <a:p>
            <a:r>
              <a:t>Talking points:</a:t>
            </a:r>
          </a:p>
          <a:p>
            <a:r>
              <a:t>• "Authorization triggers instant coordination across every function."</a:t>
            </a:r>
          </a:p>
          <a:p>
            <a:r>
              <a:t>• "Roles are pre-assigned — not discovered in real-time. Everyone already knows their part."</a:t>
            </a:r>
          </a:p>
          <a:p>
            <a:r>
              <a:t>• "Tasks are sequenced — the critical path is pre-staged, not improvised under pressure."</a:t>
            </a:r>
          </a:p>
          <a:p>
            <a:r>
              <a:t>• "Communications go out simultaneously — teams, email, the Microsoft stack."</a:t>
            </a:r>
          </a:p>
          <a:p>
            <a:r>
              <a:t>• "Budget authority is pre-allocated — no emergency procurement cycle."</a:t>
            </a:r>
          </a:p>
          <a:p>
            <a:r>
              <a:t>• "All of this in 12 minutes. Not 30 days."</a:t>
            </a:r>
          </a:p>
          <a:p>
            <a:r>
              <a:t>"Now let me show you the full architecture — not just one stage of it."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60 SEC — WHY THIS WINS</a:t>
            </a:r>
          </a:p>
          <a:p>
            <a:r>
              <a:t>Talking points:</a:t>
            </a:r>
          </a:p>
          <a:p>
            <a:r>
              <a:t>• "Most solutions solve one stage. Faster alerts. Smarter summaries. Better notes from the same slow meetings."</a:t>
            </a:r>
          </a:p>
          <a:p>
            <a:r>
              <a:t>• "We built the complete operating cycle: Map → Monitor → Decide → Execute → Learn."</a:t>
            </a:r>
          </a:p>
          <a:p>
            <a:r>
              <a:t>• Walk each stage briefly (5 sec each).</a:t>
            </a:r>
          </a:p>
          <a:p>
            <a:r>
              <a:t>• "This is not a point tool bolted onto the old model. This is the new operating model."</a:t>
            </a:r>
          </a:p>
          <a:p>
            <a:r>
              <a:t>• "And because it's a complete cycle, it gets better with every use."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60 SEC — WHY THIS WINS CONTINUED</a:t>
            </a:r>
          </a:p>
          <a:p>
            <a:r>
              <a:t>Talking points:</a:t>
            </a:r>
          </a:p>
          <a:p>
            <a:r>
              <a:t>• "Every activation encodes what worked. Every cycle, the protocols improve."</a:t>
            </a:r>
          </a:p>
          <a:p>
            <a:r>
              <a:t>• "+18% readiness per activation cycle — measured, not estimated."</a:t>
            </a:r>
          </a:p>
          <a:p>
            <a:r>
              <a:t>• "The organization that runs Readiness OS for 12 months is categorically more prepared than the one that just signed up."</a:t>
            </a:r>
          </a:p>
          <a:p>
            <a:r>
              <a:t>• "This is the compounding moat. No competitor can instantly replicate 12 months of embedded organizational readiness."</a:t>
            </a:r>
          </a:p>
          <a:p>
            <a:r>
              <a:t>• "Let me show you that this is real — not a concept."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60 SEC — PROOF LANDING</a:t>
            </a:r>
          </a:p>
          <a:p>
            <a:r>
              <a:t>Talking points:</a:t>
            </a:r>
          </a:p>
          <a:p>
            <a:r>
              <a:t>• "What you're seeing are four live production surfaces."</a:t>
            </a:r>
          </a:p>
          <a:p>
            <a:r>
              <a:t>• "The Command Tower is live. The Protocol Library is live — 170 protocols ready."</a:t>
            </a:r>
          </a:p>
          <a:p>
            <a:r>
              <a:t>• "The onboarding system is live — new partners configure in 4 phases."</a:t>
            </a:r>
          </a:p>
          <a:p>
            <a:r>
              <a:t>• "The Executive Brief is board-ready, one-click, printable."</a:t>
            </a:r>
          </a:p>
          <a:p>
            <a:r>
              <a:t>• "This is not a mockup. Not a demo environment. Production software in active use paths."</a:t>
            </a:r>
          </a:p>
          <a:p>
            <a:r>
              <a:t>• "You can visit vaughnmartin.com right now and walk through it."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30 SEC — COMMERCIAL CLARITY + ASK</a:t>
            </a:r>
          </a:p>
          <a:p>
            <a:r>
              <a:t>Talking points:</a:t>
            </a:r>
          </a:p>
          <a:p>
            <a:r>
              <a:t>• "The entry model is disciplined: 12 Founding Partners maximum."</a:t>
            </a:r>
          </a:p>
          <a:p>
            <a:r>
              <a:t>• "90-day validation — we measure outcomes, not intentions."</a:t>
            </a:r>
          </a:p>
          <a:p>
            <a:r>
              <a:t>• "When the 90 days proves the model, the expansion path is clear."</a:t>
            </a:r>
          </a:p>
          <a:p>
            <a:r>
              <a:t>• "We are raising up to $1,000,000 — product hardening, enterprise controls, Founding Partner GTM."</a:t>
            </a:r>
          </a:p>
          <a:p>
            <a:r>
              <a:t>• "Use of funds is precise: not runway, not marketing. Infrastructure."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THE ASK</a:t>
            </a:r>
          </a:p>
          <a:p>
            <a:r>
              <a:t>Talking points:</a:t>
            </a:r>
          </a:p>
          <a:p>
            <a:r>
              <a:t>• "One line: if your thesis is that advantage belongs to organizations that see earlier and execute decisively — we should talk."</a:t>
            </a:r>
          </a:p>
          <a:p>
            <a:r>
              <a:t>• "The response is already ready. The only question is whether your organization will have it when the trigger fires."</a:t>
            </a:r>
          </a:p>
          <a:p>
            <a:r>
              <a:t>• [Pause]</a:t>
            </a:r>
          </a:p>
          <a:p>
            <a:r>
              <a:t>• "12 Founding Partner slots. The program closes when they're full."</a:t>
            </a:r>
          </a:p>
          <a:p>
            <a:r>
              <a:t>• "vaughnmartin.com/founding-partner — or reach me directly after this session."</a:t>
            </a:r>
          </a:p>
          <a:p>
            <a:r>
              <a:t>Choreography: Make eye contact. Let the line land. Don't rush to the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the_mo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the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core_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mission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trigg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decision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execution_orche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end_to_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learning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proof_re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commercial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ask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