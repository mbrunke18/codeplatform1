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a:t>
            </a:r>
          </a:p>
          <a:p/>
          <a:p>
            <a:r>
              <a:t>"When a strategic trigger fires — an activist investor files a 13D, a ransomware attack hits, a supply chain collapses — what happens next in most enterprises?"</a:t>
            </a:r>
          </a:p>
          <a:p/>
          <a:p>
            <a:r>
              <a:t>[Point to DETECT column]</a:t>
            </a:r>
          </a:p>
          <a:p>
            <a:r>
              <a:t>"First, two to four weeks figuring out who monitors signals. Who's in the room. What the threshold is."</a:t>
            </a:r>
          </a:p>
          <a:p/>
          <a:p>
            <a:r>
              <a:t>[Point to ALIGN column]  </a:t>
            </a:r>
          </a:p>
          <a:p>
            <a:r>
              <a:t>"Then another three to six weeks aligning on a plan. Getting approvals. Scheduling the meeting."</a:t>
            </a:r>
          </a:p>
          <a:p/>
          <a:p>
            <a:r>
              <a:t>[Point to EXECUTE column — RED]</a:t>
            </a:r>
          </a:p>
          <a:p>
            <a:r>
              <a:t>"By the time execution starts, the window is closed. The crisis wins. Not because the executives were slow. Because the OPERATING MODEL had no answer pre-staged."</a:t>
            </a:r>
          </a:p>
          <a:p/>
          <a:p>
            <a:r>
              <a:t>"Every solution in this market — Copilot, ChatGPT, strategy consultants — bolted AI onto this same broken model. Faster notes from the same slow meeting."</a:t>
            </a:r>
          </a:p>
          <a:p/>
          <a:p>
            <a:r>
              <a:t>"We didn't do that."</a:t>
            </a:r>
          </a:p>
          <a:p/>
          <a:p>
            <a:r>
              <a:t>TRANSITION: "We rebuilt the operating model itself."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a:t>
            </a:r>
          </a:p>
          <a:p/>
          <a:p>
            <a:r>
              <a:t>"Readiness OS is not a tool you pick up when the crisis hits. It is infrastructure that never stops running."</a:t>
            </a:r>
          </a:p>
          <a:p/>
          <a:p>
            <a:r>
              <a:t>[Run through layers quickly — point to each colored bar]</a:t>
            </a:r>
          </a:p>
          <a:p/>
          <a:p>
            <a:r>
              <a:t>"Layer 1: The system is always monitoring — 8 live intelligence sources, every 15 minutes, scored against 221 strategic triggers."</a:t>
            </a:r>
          </a:p>
          <a:p/>
          <a:p>
            <a:r>
              <a:t>"Layer 2: When signals cluster, the system classifies the trigger — using a proprietary algorithm with grouped data points and mandatory conditions. Not a single signal. An architecture."</a:t>
            </a:r>
          </a:p>
          <a:p/>
          <a:p>
            <a:r>
              <a:t>"Layer 3: Instantly — a pre-staged Readiness Protocol deploys. The war room is armed before anyone picks up the phone."</a:t>
            </a:r>
          </a:p>
          <a:p/>
          <a:p>
            <a:r>
              <a:t>"Layer 4: Tasks are auto-assigned, stakeholders are notified, and the executive authorizes. No action without sign-off. 12 minutes end to end."</a:t>
            </a:r>
          </a:p>
          <a:p/>
          <a:p>
            <a:r>
              <a:t>"Layer 5: Every activation teaches the system. Institutional memory compounds. The longer you are on the platform, the faster and more accurate the response."</a:t>
            </a:r>
          </a:p>
          <a:p/>
          <a:p>
            <a:r>
              <a:t>TRANSITION: "The number everyone asks about is the 3,600× head start. Let me show you what that actually looks like in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a:t>
            </a:r>
          </a:p>
          <a:p/>
          <a:p>
            <a:r>
              <a:t>"Let me make the 3,600× concrete. This is not a marketing number."</a:t>
            </a:r>
          </a:p>
          <a:p/>
          <a:p>
            <a:r>
              <a:t>[Point to left side]</a:t>
            </a:r>
          </a:p>
          <a:p>
            <a:r>
              <a:t>"Without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a:t>
            </a:r>
          </a:p>
          <a:p/>
          <a:p>
            <a:r>
              <a:t>[Point to right side — TEAL column]</a:t>
            </a:r>
          </a:p>
          <a:p>
            <a:r>
              <a:t>"With Readiness OS: At minute zero, the trigger group threshold is met. The system already knows. At minute two, Protocol 58 deploys automatically — every task pre-staged, every stakeholder pre-identified. At minute twelve, the executive authorizes, and the war room is open."</a:t>
            </a:r>
          </a:p>
          <a:p/>
          <a:p>
            <a:r>
              <a:t>"Thirty days versus twelve minutes. That is the 3,600× execution head start. And the executive makes every decision — the preparation compresses the mobilization, not the authority."</a:t>
            </a:r>
          </a:p>
          <a:p/>
          <a:p>
            <a:r>
              <a:t>TRANSITION: "But here's what separates us from every simulation tool — real crises don't arrive one at a time."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a:t>
            </a:r>
          </a:p>
          <a:p/>
          <a:p>
            <a:r>
              <a:t>"The product is live. You can run it during this meeting — no login, no demo call required."</a:t>
            </a:r>
          </a:p>
          <a:p/>
          <a:p>
            <a:r>
              <a:t>[Point to /12-minute-experience]</a:t>
            </a:r>
          </a:p>
          <a:p>
            <a:r>
              <a:t>"Go to slash 12-minute-experience right now. Seven scenarios. Full Activist Investor response — signal detected to executive authorization — in twelve minutes. On your phone, on your laptop, right now."</a:t>
            </a:r>
          </a:p>
          <a:p/>
          <a:p>
            <a:r>
              <a:t>"This is not a prototype. Not a roadmap. Twelve full scenarios demonstrable on demand."</a:t>
            </a:r>
          </a:p>
          <a:p/>
          <a:p>
            <a:r>
              <a:t>[Pivot to business model — right side]</a:t>
            </a:r>
          </a:p>
          <a:p>
            <a:r>
              <a:t>"The model is annual SaaS. Average ACV is a hundred and twenty thousand dollars. Target gross margin is ninety-two percent. Implementation under six months, payback in eighteen."</a:t>
            </a:r>
          </a:p>
          <a:p/>
          <a:p>
            <a:r>
              <a:t>"Three tiers — Core opens the account. Industry packs expand it. Enterprise seals multi-year. Land and expand built into the architecture."</a:t>
            </a:r>
          </a:p>
          <a:p/>
          <a:p>
            <a:r>
              <a:t>TRANSITION: "Which is exactly what the seed round funds."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a:t>
            </a:r>
          </a:p>
          <a:p/>
          <a:p>
            <a:r>
              <a:t>"We are raising seven hundred and fifty thousand dollars — eighteen months, three milestones."</a:t>
            </a:r>
          </a:p>
          <a:p/>
          <a:p>
            <a:r>
              <a:t>[Point to milestones quickly]</a:t>
            </a:r>
          </a:p>
          <a:p>
            <a:r>
              <a:t>"Milestone one: close three to five Founding Partners at a hundred and twenty to a hundred and eighty thousand ACV. Document the proof points."</a:t>
            </a:r>
          </a:p>
          <a:p/>
          <a:p>
            <a:r>
              <a:t>"Milestone two: enter Series A with real ARR contracted and the land-and-expand path proven through industry packs."</a:t>
            </a:r>
          </a:p>
          <a:p/>
          <a:p>
            <a:r>
              <a:t>"Milestone three: own the category name. The operating model layer above the Microsoft investment."</a:t>
            </a:r>
          </a:p>
          <a:p/>
          <a:p>
            <a:r>
              <a:t>"Sixty percent of the raise goes to product and engineering. Twenty-five to go-to-market. Fifteen to operations."</a:t>
            </a:r>
          </a:p>
          <a:p/>
          <a:p>
            <a:r>
              <a:t>TRANSITION: [Advance to close immediately]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a:t>
            </a:r>
          </a:p>
          <a:p/>
          <a:p>
            <a:r>
              <a:t>[Pause. Let the room settle.]</a:t>
            </a:r>
          </a:p>
          <a:p/>
          <a:p>
            <a:r>
              <a:t>"Every organization that prepares for every situation it will face is no longer afraid of strategic triggers."</a:t>
            </a:r>
          </a:p>
          <a:p/>
          <a:p>
            <a:r>
              <a:t>[One more beat.]</a:t>
            </a:r>
          </a:p>
          <a:p/>
          <a:p>
            <a:r>
              <a:t>"It is fearless."</a:t>
            </a:r>
          </a:p>
          <a:p/>
          <a:p>
            <a:r>
              <a:t>[Leave the slide up. Do not advance. Wait for the question.]</a:t>
            </a:r>
          </a:p>
          <a:p/>
          <a:p>
            <a:r>
              <a:t>--- POST-PRESENTATION ---</a:t>
            </a:r>
          </a:p>
          <a:p>
            <a:r>
              <a:t>If they ask for a demo: "Run slash 12-minute-experience right now. No login. Pick Activist Investor."</a:t>
            </a:r>
          </a:p>
          <a:p>
            <a:r>
              <a:t>If they ask about competition: "Slide in the appendix of our full deck — or I'll answer it now."</a:t>
            </a:r>
          </a:p>
          <a:p>
            <a:r>
              <a:t>If they ask about revenue: "The Founding Partner Program is the revenue proof — three agreements at a hundred and twenty thousand validates the model before Series 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44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FOUNDING PARTNER PROGRAM</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2B8A6E"/>
                </a:solidFill>
                <a:latin typeface="Georgia"/>
              </a:rPr>
              <a:t>01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02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FFFFFF"/>
                </a:solidFill>
                <a:latin typeface="Georgia"/>
              </a:rPr>
              <a:t>03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04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2B8A6E"/>
                </a:solidFill>
                <a:latin typeface="Georgia"/>
              </a:rPr>
              <a:t>05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AAB4CC"/>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2B8A6E"/>
                </a:solidFill>
                <a:latin typeface="Georgia"/>
              </a:rPr>
              <a:t>&lt; 6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$60K–$120K/yr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60% Product &amp; Engineering  ·  25% Go-to-Market  ·  15% Operations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APPLY FOR FOUNDING PARTNER ACCESS</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