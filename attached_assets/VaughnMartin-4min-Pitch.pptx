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44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FOUNDING PARTNER PROGRAM</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2B8A6E"/>
                </a:solidFill>
                <a:latin typeface="Georgia"/>
              </a:rPr>
              <a:t>01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02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FFFFFF"/>
                </a:solidFill>
                <a:latin typeface="Georgia"/>
              </a:rPr>
              <a:t>03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04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2B8A6E"/>
                </a:solidFill>
                <a:latin typeface="Georgia"/>
              </a:rPr>
              <a:t>05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AAB4CC"/>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$60K–$120K/yr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60% Product &amp; Engineering  ·  25% Go-to-Market  ·  15%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APPLY FOR FOUNDING PARTNER ACCESS</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